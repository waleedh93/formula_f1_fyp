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75" r:id="rId9"/>
    <p:sldId id="264" r:id="rId10"/>
    <p:sldId id="273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6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C651A1A-F20F-4335-A1C8-227F584AD1A9}" v="75" dt="2025-12-01T11:18:52.60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1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aleed Hussain" userId="2394aa40a5f0e83f" providerId="LiveId" clId="{60B0914A-91CB-4BF5-8302-C5A6B32A0D34}"/>
    <pc:docChg chg="undo custSel addSld delSld modSld">
      <pc:chgData name="Waleed Hussain" userId="2394aa40a5f0e83f" providerId="LiveId" clId="{60B0914A-91CB-4BF5-8302-C5A6B32A0D34}" dt="2025-12-01T11:32:12.060" v="1195" actId="20577"/>
      <pc:docMkLst>
        <pc:docMk/>
      </pc:docMkLst>
      <pc:sldChg chg="modSp new mod">
        <pc:chgData name="Waleed Hussain" userId="2394aa40a5f0e83f" providerId="LiveId" clId="{60B0914A-91CB-4BF5-8302-C5A6B32A0D34}" dt="2025-11-27T13:29:00.615" v="100" actId="20577"/>
        <pc:sldMkLst>
          <pc:docMk/>
          <pc:sldMk cId="3127732235" sldId="256"/>
        </pc:sldMkLst>
        <pc:spChg chg="mod">
          <ac:chgData name="Waleed Hussain" userId="2394aa40a5f0e83f" providerId="LiveId" clId="{60B0914A-91CB-4BF5-8302-C5A6B32A0D34}" dt="2025-11-27T13:23:41.679" v="8" actId="122"/>
          <ac:spMkLst>
            <pc:docMk/>
            <pc:sldMk cId="3127732235" sldId="256"/>
            <ac:spMk id="2" creationId="{EBF15BF2-2852-8BB0-B842-788C092EFD6C}"/>
          </ac:spMkLst>
        </pc:spChg>
        <pc:spChg chg="mod">
          <ac:chgData name="Waleed Hussain" userId="2394aa40a5f0e83f" providerId="LiveId" clId="{60B0914A-91CB-4BF5-8302-C5A6B32A0D34}" dt="2025-11-27T13:29:00.615" v="100" actId="20577"/>
          <ac:spMkLst>
            <pc:docMk/>
            <pc:sldMk cId="3127732235" sldId="256"/>
            <ac:spMk id="3" creationId="{9808A27C-1E7B-A255-190C-1C25BC0EE734}"/>
          </ac:spMkLst>
        </pc:spChg>
      </pc:sldChg>
      <pc:sldChg chg="addSp delSp modSp new mod">
        <pc:chgData name="Waleed Hussain" userId="2394aa40a5f0e83f" providerId="LiveId" clId="{60B0914A-91CB-4BF5-8302-C5A6B32A0D34}" dt="2025-11-29T01:12:16.196" v="742" actId="20577"/>
        <pc:sldMkLst>
          <pc:docMk/>
          <pc:sldMk cId="544994540" sldId="257"/>
        </pc:sldMkLst>
        <pc:spChg chg="mod">
          <ac:chgData name="Waleed Hussain" userId="2394aa40a5f0e83f" providerId="LiveId" clId="{60B0914A-91CB-4BF5-8302-C5A6B32A0D34}" dt="2025-11-27T13:42:54.772" v="176" actId="20577"/>
          <ac:spMkLst>
            <pc:docMk/>
            <pc:sldMk cId="544994540" sldId="257"/>
            <ac:spMk id="2" creationId="{4816ED21-3BDE-6B54-8EC6-C90B51E934C4}"/>
          </ac:spMkLst>
        </pc:spChg>
        <pc:spChg chg="add del mod">
          <ac:chgData name="Waleed Hussain" userId="2394aa40a5f0e83f" providerId="LiveId" clId="{60B0914A-91CB-4BF5-8302-C5A6B32A0D34}" dt="2025-11-29T01:12:16.196" v="742" actId="20577"/>
          <ac:spMkLst>
            <pc:docMk/>
            <pc:sldMk cId="544994540" sldId="257"/>
            <ac:spMk id="3" creationId="{D285FAC3-37CD-AC02-B10B-A7D7DC4C7BE3}"/>
          </ac:spMkLst>
        </pc:spChg>
      </pc:sldChg>
      <pc:sldChg chg="modSp new mod">
        <pc:chgData name="Waleed Hussain" userId="2394aa40a5f0e83f" providerId="LiveId" clId="{60B0914A-91CB-4BF5-8302-C5A6B32A0D34}" dt="2025-11-27T13:54:37.779" v="217" actId="20577"/>
        <pc:sldMkLst>
          <pc:docMk/>
          <pc:sldMk cId="3642681026" sldId="258"/>
        </pc:sldMkLst>
        <pc:spChg chg="mod">
          <ac:chgData name="Waleed Hussain" userId="2394aa40a5f0e83f" providerId="LiveId" clId="{60B0914A-91CB-4BF5-8302-C5A6B32A0D34}" dt="2025-11-27T13:54:37.779" v="217" actId="20577"/>
          <ac:spMkLst>
            <pc:docMk/>
            <pc:sldMk cId="3642681026" sldId="258"/>
            <ac:spMk id="2" creationId="{A3BB2AA8-144E-E6D1-A3BF-146C8329EC53}"/>
          </ac:spMkLst>
        </pc:spChg>
        <pc:spChg chg="mod">
          <ac:chgData name="Waleed Hussain" userId="2394aa40a5f0e83f" providerId="LiveId" clId="{60B0914A-91CB-4BF5-8302-C5A6B32A0D34}" dt="2025-11-27T13:46:13.003" v="199" actId="255"/>
          <ac:spMkLst>
            <pc:docMk/>
            <pc:sldMk cId="3642681026" sldId="258"/>
            <ac:spMk id="3" creationId="{BEF83F92-246C-5316-E27C-AE6196E765E4}"/>
          </ac:spMkLst>
        </pc:spChg>
      </pc:sldChg>
      <pc:sldChg chg="modSp new mod">
        <pc:chgData name="Waleed Hussain" userId="2394aa40a5f0e83f" providerId="LiveId" clId="{60B0914A-91CB-4BF5-8302-C5A6B32A0D34}" dt="2025-11-27T13:48:50.174" v="213" actId="113"/>
        <pc:sldMkLst>
          <pc:docMk/>
          <pc:sldMk cId="3096916792" sldId="259"/>
        </pc:sldMkLst>
        <pc:spChg chg="mod">
          <ac:chgData name="Waleed Hussain" userId="2394aa40a5f0e83f" providerId="LiveId" clId="{60B0914A-91CB-4BF5-8302-C5A6B32A0D34}" dt="2025-11-27T13:45:04.373" v="197" actId="2711"/>
          <ac:spMkLst>
            <pc:docMk/>
            <pc:sldMk cId="3096916792" sldId="259"/>
            <ac:spMk id="2" creationId="{4EE88DC6-4F21-0BF6-C518-97A6928D2DF3}"/>
          </ac:spMkLst>
        </pc:spChg>
        <pc:spChg chg="mod">
          <ac:chgData name="Waleed Hussain" userId="2394aa40a5f0e83f" providerId="LiveId" clId="{60B0914A-91CB-4BF5-8302-C5A6B32A0D34}" dt="2025-11-27T13:48:50.174" v="213" actId="113"/>
          <ac:spMkLst>
            <pc:docMk/>
            <pc:sldMk cId="3096916792" sldId="259"/>
            <ac:spMk id="3" creationId="{E99887D8-F657-27B1-9DD4-2532D62E6102}"/>
          </ac:spMkLst>
        </pc:spChg>
      </pc:sldChg>
      <pc:sldChg chg="modSp new mod">
        <pc:chgData name="Waleed Hussain" userId="2394aa40a5f0e83f" providerId="LiveId" clId="{60B0914A-91CB-4BF5-8302-C5A6B32A0D34}" dt="2025-11-27T13:58:25.793" v="231" actId="255"/>
        <pc:sldMkLst>
          <pc:docMk/>
          <pc:sldMk cId="1353047300" sldId="260"/>
        </pc:sldMkLst>
        <pc:spChg chg="mod">
          <ac:chgData name="Waleed Hussain" userId="2394aa40a5f0e83f" providerId="LiveId" clId="{60B0914A-91CB-4BF5-8302-C5A6B32A0D34}" dt="2025-11-27T13:55:04.538" v="220" actId="2711"/>
          <ac:spMkLst>
            <pc:docMk/>
            <pc:sldMk cId="1353047300" sldId="260"/>
            <ac:spMk id="2" creationId="{7D237424-D603-2226-1D6C-DAC2F3498E1F}"/>
          </ac:spMkLst>
        </pc:spChg>
        <pc:spChg chg="mod">
          <ac:chgData name="Waleed Hussain" userId="2394aa40a5f0e83f" providerId="LiveId" clId="{60B0914A-91CB-4BF5-8302-C5A6B32A0D34}" dt="2025-11-27T13:58:25.793" v="231" actId="255"/>
          <ac:spMkLst>
            <pc:docMk/>
            <pc:sldMk cId="1353047300" sldId="260"/>
            <ac:spMk id="3" creationId="{9F3D5520-B1E1-620D-D0A6-87741C52A6C0}"/>
          </ac:spMkLst>
        </pc:spChg>
      </pc:sldChg>
      <pc:sldChg chg="modSp new mod">
        <pc:chgData name="Waleed Hussain" userId="2394aa40a5f0e83f" providerId="LiveId" clId="{60B0914A-91CB-4BF5-8302-C5A6B32A0D34}" dt="2025-11-27T14:02:27.112" v="254" actId="255"/>
        <pc:sldMkLst>
          <pc:docMk/>
          <pc:sldMk cId="3777530512" sldId="261"/>
        </pc:sldMkLst>
        <pc:spChg chg="mod">
          <ac:chgData name="Waleed Hussain" userId="2394aa40a5f0e83f" providerId="LiveId" clId="{60B0914A-91CB-4BF5-8302-C5A6B32A0D34}" dt="2025-11-27T13:59:08.877" v="234" actId="122"/>
          <ac:spMkLst>
            <pc:docMk/>
            <pc:sldMk cId="3777530512" sldId="261"/>
            <ac:spMk id="2" creationId="{F2DCB78C-191A-362F-768B-DED16AC996FC}"/>
          </ac:spMkLst>
        </pc:spChg>
        <pc:spChg chg="mod">
          <ac:chgData name="Waleed Hussain" userId="2394aa40a5f0e83f" providerId="LiveId" clId="{60B0914A-91CB-4BF5-8302-C5A6B32A0D34}" dt="2025-11-27T14:02:27.112" v="254" actId="255"/>
          <ac:spMkLst>
            <pc:docMk/>
            <pc:sldMk cId="3777530512" sldId="261"/>
            <ac:spMk id="3" creationId="{B3E0289D-4035-2F3D-D8B7-FD3208995AFF}"/>
          </ac:spMkLst>
        </pc:spChg>
      </pc:sldChg>
      <pc:sldChg chg="addSp modSp new mod">
        <pc:chgData name="Waleed Hussain" userId="2394aa40a5f0e83f" providerId="LiveId" clId="{60B0914A-91CB-4BF5-8302-C5A6B32A0D34}" dt="2025-12-01T11:13:48.128" v="1071" actId="5793"/>
        <pc:sldMkLst>
          <pc:docMk/>
          <pc:sldMk cId="2818493598" sldId="262"/>
        </pc:sldMkLst>
        <pc:spChg chg="mod">
          <ac:chgData name="Waleed Hussain" userId="2394aa40a5f0e83f" providerId="LiveId" clId="{60B0914A-91CB-4BF5-8302-C5A6B32A0D34}" dt="2025-11-27T14:20:22.213" v="258" actId="122"/>
          <ac:spMkLst>
            <pc:docMk/>
            <pc:sldMk cId="2818493598" sldId="262"/>
            <ac:spMk id="2" creationId="{579055C2-1FCF-3FC8-2B56-1092167330B7}"/>
          </ac:spMkLst>
        </pc:spChg>
        <pc:spChg chg="mod">
          <ac:chgData name="Waleed Hussain" userId="2394aa40a5f0e83f" providerId="LiveId" clId="{60B0914A-91CB-4BF5-8302-C5A6B32A0D34}" dt="2025-12-01T11:13:48.128" v="1071" actId="5793"/>
          <ac:spMkLst>
            <pc:docMk/>
            <pc:sldMk cId="2818493598" sldId="262"/>
            <ac:spMk id="3" creationId="{06E1722A-8A1C-BDA9-E6B8-B9951E1AD921}"/>
          </ac:spMkLst>
        </pc:spChg>
        <pc:picChg chg="add mod">
          <ac:chgData name="Waleed Hussain" userId="2394aa40a5f0e83f" providerId="LiveId" clId="{60B0914A-91CB-4BF5-8302-C5A6B32A0D34}" dt="2025-12-01T11:10:32.519" v="970" actId="14100"/>
          <ac:picMkLst>
            <pc:docMk/>
            <pc:sldMk cId="2818493598" sldId="262"/>
            <ac:picMk id="5" creationId="{42E1ACCB-FF01-3FF0-454F-72BA4FA95EE4}"/>
          </ac:picMkLst>
        </pc:picChg>
      </pc:sldChg>
      <pc:sldChg chg="modSp new del mod">
        <pc:chgData name="Waleed Hussain" userId="2394aa40a5f0e83f" providerId="LiveId" clId="{60B0914A-91CB-4BF5-8302-C5A6B32A0D34}" dt="2025-12-01T11:18:12.039" v="1089" actId="2696"/>
        <pc:sldMkLst>
          <pc:docMk/>
          <pc:sldMk cId="3589459450" sldId="263"/>
        </pc:sldMkLst>
        <pc:spChg chg="mod">
          <ac:chgData name="Waleed Hussain" userId="2394aa40a5f0e83f" providerId="LiveId" clId="{60B0914A-91CB-4BF5-8302-C5A6B32A0D34}" dt="2025-12-01T11:12:36.723" v="972" actId="21"/>
          <ac:spMkLst>
            <pc:docMk/>
            <pc:sldMk cId="3589459450" sldId="263"/>
            <ac:spMk id="3" creationId="{BD0233DB-04A1-7C75-CC9D-8E503079C399}"/>
          </ac:spMkLst>
        </pc:spChg>
      </pc:sldChg>
      <pc:sldChg chg="addSp modSp new mod">
        <pc:chgData name="Waleed Hussain" userId="2394aa40a5f0e83f" providerId="LiveId" clId="{60B0914A-91CB-4BF5-8302-C5A6B32A0D34}" dt="2025-12-01T11:19:10.219" v="1096" actId="1076"/>
        <pc:sldMkLst>
          <pc:docMk/>
          <pc:sldMk cId="3748620279" sldId="264"/>
        </pc:sldMkLst>
        <pc:spChg chg="mod">
          <ac:chgData name="Waleed Hussain" userId="2394aa40a5f0e83f" providerId="LiveId" clId="{60B0914A-91CB-4BF5-8302-C5A6B32A0D34}" dt="2025-11-27T14:30:48.358" v="322" actId="122"/>
          <ac:spMkLst>
            <pc:docMk/>
            <pc:sldMk cId="3748620279" sldId="264"/>
            <ac:spMk id="2" creationId="{4C596A7C-F43C-4506-D9A1-0DE28AC18D74}"/>
          </ac:spMkLst>
        </pc:spChg>
        <pc:spChg chg="mod">
          <ac:chgData name="Waleed Hussain" userId="2394aa40a5f0e83f" providerId="LiveId" clId="{60B0914A-91CB-4BF5-8302-C5A6B32A0D34}" dt="2025-12-01T11:18:35.859" v="1090" actId="255"/>
          <ac:spMkLst>
            <pc:docMk/>
            <pc:sldMk cId="3748620279" sldId="264"/>
            <ac:spMk id="3" creationId="{A2AE5FA9-6640-C7B5-CF66-F1193310749A}"/>
          </ac:spMkLst>
        </pc:spChg>
        <pc:picChg chg="add mod">
          <ac:chgData name="Waleed Hussain" userId="2394aa40a5f0e83f" providerId="LiveId" clId="{60B0914A-91CB-4BF5-8302-C5A6B32A0D34}" dt="2025-12-01T11:19:10.219" v="1096" actId="1076"/>
          <ac:picMkLst>
            <pc:docMk/>
            <pc:sldMk cId="3748620279" sldId="264"/>
            <ac:picMk id="5" creationId="{3AB8B5E6-D3FA-0479-6169-A1AC28167B0E}"/>
          </ac:picMkLst>
        </pc:picChg>
      </pc:sldChg>
      <pc:sldChg chg="modSp new mod">
        <pc:chgData name="Waleed Hussain" userId="2394aa40a5f0e83f" providerId="LiveId" clId="{60B0914A-91CB-4BF5-8302-C5A6B32A0D34}" dt="2025-11-27T14:35:52.078" v="348" actId="5793"/>
        <pc:sldMkLst>
          <pc:docMk/>
          <pc:sldMk cId="2246935788" sldId="265"/>
        </pc:sldMkLst>
        <pc:spChg chg="mod">
          <ac:chgData name="Waleed Hussain" userId="2394aa40a5f0e83f" providerId="LiveId" clId="{60B0914A-91CB-4BF5-8302-C5A6B32A0D34}" dt="2025-11-27T14:35:15.525" v="339" actId="2711"/>
          <ac:spMkLst>
            <pc:docMk/>
            <pc:sldMk cId="2246935788" sldId="265"/>
            <ac:spMk id="2" creationId="{3C1FD2DC-3226-55E8-FB22-BEDCE614E42C}"/>
          </ac:spMkLst>
        </pc:spChg>
        <pc:spChg chg="mod">
          <ac:chgData name="Waleed Hussain" userId="2394aa40a5f0e83f" providerId="LiveId" clId="{60B0914A-91CB-4BF5-8302-C5A6B32A0D34}" dt="2025-11-27T14:35:52.078" v="348" actId="5793"/>
          <ac:spMkLst>
            <pc:docMk/>
            <pc:sldMk cId="2246935788" sldId="265"/>
            <ac:spMk id="3" creationId="{90CDB682-505C-AC45-CC2A-9A5D0AD9D5C0}"/>
          </ac:spMkLst>
        </pc:spChg>
      </pc:sldChg>
      <pc:sldChg chg="modSp new mod">
        <pc:chgData name="Waleed Hussain" userId="2394aa40a5f0e83f" providerId="LiveId" clId="{60B0914A-91CB-4BF5-8302-C5A6B32A0D34}" dt="2025-11-27T14:38:23.519" v="368" actId="113"/>
        <pc:sldMkLst>
          <pc:docMk/>
          <pc:sldMk cId="185886129" sldId="266"/>
        </pc:sldMkLst>
        <pc:spChg chg="mod">
          <ac:chgData name="Waleed Hussain" userId="2394aa40a5f0e83f" providerId="LiveId" clId="{60B0914A-91CB-4BF5-8302-C5A6B32A0D34}" dt="2025-11-27T14:36:11.262" v="351" actId="122"/>
          <ac:spMkLst>
            <pc:docMk/>
            <pc:sldMk cId="185886129" sldId="266"/>
            <ac:spMk id="2" creationId="{19FEF14F-9F63-5A42-D0A6-AB10D75AF9F4}"/>
          </ac:spMkLst>
        </pc:spChg>
        <pc:spChg chg="mod">
          <ac:chgData name="Waleed Hussain" userId="2394aa40a5f0e83f" providerId="LiveId" clId="{60B0914A-91CB-4BF5-8302-C5A6B32A0D34}" dt="2025-11-27T14:38:23.519" v="368" actId="113"/>
          <ac:spMkLst>
            <pc:docMk/>
            <pc:sldMk cId="185886129" sldId="266"/>
            <ac:spMk id="3" creationId="{B1C330D5-9C6E-B0C0-A5DF-81A2E14D353C}"/>
          </ac:spMkLst>
        </pc:spChg>
      </pc:sldChg>
      <pc:sldChg chg="modSp new mod">
        <pc:chgData name="Waleed Hussain" userId="2394aa40a5f0e83f" providerId="LiveId" clId="{60B0914A-91CB-4BF5-8302-C5A6B32A0D34}" dt="2025-11-27T14:39:40.382" v="378" actId="5793"/>
        <pc:sldMkLst>
          <pc:docMk/>
          <pc:sldMk cId="2351673185" sldId="267"/>
        </pc:sldMkLst>
        <pc:spChg chg="mod">
          <ac:chgData name="Waleed Hussain" userId="2394aa40a5f0e83f" providerId="LiveId" clId="{60B0914A-91CB-4BF5-8302-C5A6B32A0D34}" dt="2025-11-27T14:39:13.797" v="373" actId="122"/>
          <ac:spMkLst>
            <pc:docMk/>
            <pc:sldMk cId="2351673185" sldId="267"/>
            <ac:spMk id="2" creationId="{9BE7EF03-3591-EC13-D448-6E8D542F0D7D}"/>
          </ac:spMkLst>
        </pc:spChg>
        <pc:spChg chg="mod">
          <ac:chgData name="Waleed Hussain" userId="2394aa40a5f0e83f" providerId="LiveId" clId="{60B0914A-91CB-4BF5-8302-C5A6B32A0D34}" dt="2025-11-27T14:39:40.382" v="378" actId="5793"/>
          <ac:spMkLst>
            <pc:docMk/>
            <pc:sldMk cId="2351673185" sldId="267"/>
            <ac:spMk id="3" creationId="{99F2359A-5CD7-FC5A-8D17-4F49526E383B}"/>
          </ac:spMkLst>
        </pc:spChg>
      </pc:sldChg>
      <pc:sldChg chg="modSp new mod">
        <pc:chgData name="Waleed Hussain" userId="2394aa40a5f0e83f" providerId="LiveId" clId="{60B0914A-91CB-4BF5-8302-C5A6B32A0D34}" dt="2025-11-29T00:39:50.596" v="496" actId="5793"/>
        <pc:sldMkLst>
          <pc:docMk/>
          <pc:sldMk cId="282000102" sldId="268"/>
        </pc:sldMkLst>
        <pc:spChg chg="mod">
          <ac:chgData name="Waleed Hussain" userId="2394aa40a5f0e83f" providerId="LiveId" clId="{60B0914A-91CB-4BF5-8302-C5A6B32A0D34}" dt="2025-11-29T00:36:27.238" v="405" actId="2711"/>
          <ac:spMkLst>
            <pc:docMk/>
            <pc:sldMk cId="282000102" sldId="268"/>
            <ac:spMk id="2" creationId="{D6B3099A-6062-63F5-C437-0196EC5099CB}"/>
          </ac:spMkLst>
        </pc:spChg>
        <pc:spChg chg="mod">
          <ac:chgData name="Waleed Hussain" userId="2394aa40a5f0e83f" providerId="LiveId" clId="{60B0914A-91CB-4BF5-8302-C5A6B32A0D34}" dt="2025-11-29T00:39:50.596" v="496" actId="5793"/>
          <ac:spMkLst>
            <pc:docMk/>
            <pc:sldMk cId="282000102" sldId="268"/>
            <ac:spMk id="3" creationId="{AFA8C354-31F8-552C-94E3-2067E8246BD0}"/>
          </ac:spMkLst>
        </pc:spChg>
      </pc:sldChg>
      <pc:sldChg chg="addSp delSp modSp new mod">
        <pc:chgData name="Waleed Hussain" userId="2394aa40a5f0e83f" providerId="LiveId" clId="{60B0914A-91CB-4BF5-8302-C5A6B32A0D34}" dt="2025-11-29T00:59:34.660" v="640" actId="5793"/>
        <pc:sldMkLst>
          <pc:docMk/>
          <pc:sldMk cId="764774123" sldId="269"/>
        </pc:sldMkLst>
        <pc:spChg chg="mod">
          <ac:chgData name="Waleed Hussain" userId="2394aa40a5f0e83f" providerId="LiveId" clId="{60B0914A-91CB-4BF5-8302-C5A6B32A0D34}" dt="2025-11-29T00:51:43.313" v="589" actId="2711"/>
          <ac:spMkLst>
            <pc:docMk/>
            <pc:sldMk cId="764774123" sldId="269"/>
            <ac:spMk id="2" creationId="{F9BD9A95-169D-6D57-2192-60842C13E99B}"/>
          </ac:spMkLst>
        </pc:spChg>
        <pc:spChg chg="add del mod">
          <ac:chgData name="Waleed Hussain" userId="2394aa40a5f0e83f" providerId="LiveId" clId="{60B0914A-91CB-4BF5-8302-C5A6B32A0D34}" dt="2025-11-29T00:59:34.660" v="640" actId="5793"/>
          <ac:spMkLst>
            <pc:docMk/>
            <pc:sldMk cId="764774123" sldId="269"/>
            <ac:spMk id="3" creationId="{9391B660-DC09-FB5C-85E7-E2A4918AB22B}"/>
          </ac:spMkLst>
        </pc:spChg>
      </pc:sldChg>
      <pc:sldChg chg="modSp new mod">
        <pc:chgData name="Waleed Hussain" userId="2394aa40a5f0e83f" providerId="LiveId" clId="{60B0914A-91CB-4BF5-8302-C5A6B32A0D34}" dt="2025-11-29T01:00:16.503" v="649" actId="255"/>
        <pc:sldMkLst>
          <pc:docMk/>
          <pc:sldMk cId="191017828" sldId="270"/>
        </pc:sldMkLst>
        <pc:spChg chg="mod">
          <ac:chgData name="Waleed Hussain" userId="2394aa40a5f0e83f" providerId="LiveId" clId="{60B0914A-91CB-4BF5-8302-C5A6B32A0D34}" dt="2025-11-29T00:52:19.918" v="591" actId="122"/>
          <ac:spMkLst>
            <pc:docMk/>
            <pc:sldMk cId="191017828" sldId="270"/>
            <ac:spMk id="2" creationId="{E56C06FA-235E-BFCD-91FA-D510D73879B4}"/>
          </ac:spMkLst>
        </pc:spChg>
        <pc:spChg chg="mod">
          <ac:chgData name="Waleed Hussain" userId="2394aa40a5f0e83f" providerId="LiveId" clId="{60B0914A-91CB-4BF5-8302-C5A6B32A0D34}" dt="2025-11-29T01:00:16.503" v="649" actId="255"/>
          <ac:spMkLst>
            <pc:docMk/>
            <pc:sldMk cId="191017828" sldId="270"/>
            <ac:spMk id="3" creationId="{1D9981B4-9351-0E01-2F90-CADD77D626F8}"/>
          </ac:spMkLst>
        </pc:spChg>
      </pc:sldChg>
      <pc:sldChg chg="modSp new mod">
        <pc:chgData name="Waleed Hussain" userId="2394aa40a5f0e83f" providerId="LiveId" clId="{60B0914A-91CB-4BF5-8302-C5A6B32A0D34}" dt="2025-11-29T01:03:02.038" v="691" actId="20577"/>
        <pc:sldMkLst>
          <pc:docMk/>
          <pc:sldMk cId="3191527082" sldId="271"/>
        </pc:sldMkLst>
        <pc:spChg chg="mod">
          <ac:chgData name="Waleed Hussain" userId="2394aa40a5f0e83f" providerId="LiveId" clId="{60B0914A-91CB-4BF5-8302-C5A6B32A0D34}" dt="2025-11-29T00:57:28.630" v="617" actId="122"/>
          <ac:spMkLst>
            <pc:docMk/>
            <pc:sldMk cId="3191527082" sldId="271"/>
            <ac:spMk id="2" creationId="{0E046A19-A8D2-FB93-453B-4726999FD3BA}"/>
          </ac:spMkLst>
        </pc:spChg>
        <pc:spChg chg="mod">
          <ac:chgData name="Waleed Hussain" userId="2394aa40a5f0e83f" providerId="LiveId" clId="{60B0914A-91CB-4BF5-8302-C5A6B32A0D34}" dt="2025-11-29T01:03:02.038" v="691" actId="20577"/>
          <ac:spMkLst>
            <pc:docMk/>
            <pc:sldMk cId="3191527082" sldId="271"/>
            <ac:spMk id="3" creationId="{BC688A85-87E9-17AD-8CD1-746894BF51AD}"/>
          </ac:spMkLst>
        </pc:spChg>
      </pc:sldChg>
      <pc:sldChg chg="addSp delSp modSp new mod">
        <pc:chgData name="Waleed Hussain" userId="2394aa40a5f0e83f" providerId="LiveId" clId="{60B0914A-91CB-4BF5-8302-C5A6B32A0D34}" dt="2025-11-29T01:09:23.847" v="739" actId="122"/>
        <pc:sldMkLst>
          <pc:docMk/>
          <pc:sldMk cId="3172070383" sldId="272"/>
        </pc:sldMkLst>
        <pc:spChg chg="mod">
          <ac:chgData name="Waleed Hussain" userId="2394aa40a5f0e83f" providerId="LiveId" clId="{60B0914A-91CB-4BF5-8302-C5A6B32A0D34}" dt="2025-11-29T01:04:43.428" v="711" actId="122"/>
          <ac:spMkLst>
            <pc:docMk/>
            <pc:sldMk cId="3172070383" sldId="272"/>
            <ac:spMk id="2" creationId="{BE62EADC-567D-EE0B-3BF8-15E6FAD1BA5C}"/>
          </ac:spMkLst>
        </pc:spChg>
        <pc:graphicFrameChg chg="add mod ord modGraphic">
          <ac:chgData name="Waleed Hussain" userId="2394aa40a5f0e83f" providerId="LiveId" clId="{60B0914A-91CB-4BF5-8302-C5A6B32A0D34}" dt="2025-11-29T01:09:23.847" v="739" actId="122"/>
          <ac:graphicFrameMkLst>
            <pc:docMk/>
            <pc:sldMk cId="3172070383" sldId="272"/>
            <ac:graphicFrameMk id="4" creationId="{717522A5-CFDD-B0D1-0FEC-971ADD2CDCDD}"/>
          </ac:graphicFrameMkLst>
        </pc:graphicFrameChg>
      </pc:sldChg>
      <pc:sldChg chg="addSp delSp modSp new mod setBg">
        <pc:chgData name="Waleed Hussain" userId="2394aa40a5f0e83f" providerId="LiveId" clId="{60B0914A-91CB-4BF5-8302-C5A6B32A0D34}" dt="2025-12-01T10:47:31.301" v="925"/>
        <pc:sldMkLst>
          <pc:docMk/>
          <pc:sldMk cId="1424140730" sldId="273"/>
        </pc:sldMkLst>
        <pc:spChg chg="mod ord">
          <ac:chgData name="Waleed Hussain" userId="2394aa40a5f0e83f" providerId="LiveId" clId="{60B0914A-91CB-4BF5-8302-C5A6B32A0D34}" dt="2025-12-01T10:39:14.298" v="803" actId="26606"/>
          <ac:spMkLst>
            <pc:docMk/>
            <pc:sldMk cId="1424140730" sldId="273"/>
            <ac:spMk id="2" creationId="{C3C5C938-79AD-11A6-5F36-B1FE65942DD3}"/>
          </ac:spMkLst>
        </pc:spChg>
        <pc:spChg chg="del">
          <ac:chgData name="Waleed Hussain" userId="2394aa40a5f0e83f" providerId="LiveId" clId="{60B0914A-91CB-4BF5-8302-C5A6B32A0D34}" dt="2025-12-01T10:32:56.612" v="764" actId="931"/>
          <ac:spMkLst>
            <pc:docMk/>
            <pc:sldMk cId="1424140730" sldId="273"/>
            <ac:spMk id="3" creationId="{0D9846C9-7327-1E30-7192-1D0C474FB95A}"/>
          </ac:spMkLst>
        </pc:spChg>
        <pc:spChg chg="add del mod">
          <ac:chgData name="Waleed Hussain" userId="2394aa40a5f0e83f" providerId="LiveId" clId="{60B0914A-91CB-4BF5-8302-C5A6B32A0D34}" dt="2025-12-01T10:40:03.773" v="807" actId="478"/>
          <ac:spMkLst>
            <pc:docMk/>
            <pc:sldMk cId="1424140730" sldId="273"/>
            <ac:spMk id="7" creationId="{44444A51-A642-A81B-CD7C-0097B468B177}"/>
          </ac:spMkLst>
        </pc:spChg>
        <pc:spChg chg="add del mod">
          <ac:chgData name="Waleed Hussain" userId="2394aa40a5f0e83f" providerId="LiveId" clId="{60B0914A-91CB-4BF5-8302-C5A6B32A0D34}" dt="2025-12-01T10:40:27.769" v="810"/>
          <ac:spMkLst>
            <pc:docMk/>
            <pc:sldMk cId="1424140730" sldId="273"/>
            <ac:spMk id="8" creationId="{9CDEBA13-05C4-2B8B-31FB-71EBE38AABC7}"/>
          </ac:spMkLst>
        </pc:spChg>
        <pc:spChg chg="add del">
          <ac:chgData name="Waleed Hussain" userId="2394aa40a5f0e83f" providerId="LiveId" clId="{60B0914A-91CB-4BF5-8302-C5A6B32A0D34}" dt="2025-12-01T10:38:38.736" v="768" actId="26606"/>
          <ac:spMkLst>
            <pc:docMk/>
            <pc:sldMk cId="1424140730" sldId="273"/>
            <ac:spMk id="9" creationId="{619EB5FE-6E95-D247-3B05-9C4964C1F245}"/>
          </ac:spMkLst>
        </pc:spChg>
        <pc:spChg chg="add mod">
          <ac:chgData name="Waleed Hussain" userId="2394aa40a5f0e83f" providerId="LiveId" clId="{60B0914A-91CB-4BF5-8302-C5A6B32A0D34}" dt="2025-12-01T10:47:31.301" v="925"/>
          <ac:spMkLst>
            <pc:docMk/>
            <pc:sldMk cId="1424140730" sldId="273"/>
            <ac:spMk id="10" creationId="{F0A301A1-580E-BDAC-95BF-9BB5B1E38D7A}"/>
          </ac:spMkLst>
        </pc:spChg>
        <pc:spChg chg="add del">
          <ac:chgData name="Waleed Hussain" userId="2394aa40a5f0e83f" providerId="LiveId" clId="{60B0914A-91CB-4BF5-8302-C5A6B32A0D34}" dt="2025-12-01T10:38:38.736" v="768" actId="26606"/>
          <ac:spMkLst>
            <pc:docMk/>
            <pc:sldMk cId="1424140730" sldId="273"/>
            <ac:spMk id="12" creationId="{7D07B7BC-3270-4CF3-A7AA-0937908AD58A}"/>
          </ac:spMkLst>
        </pc:spChg>
        <pc:spChg chg="add del">
          <ac:chgData name="Waleed Hussain" userId="2394aa40a5f0e83f" providerId="LiveId" clId="{60B0914A-91CB-4BF5-8302-C5A6B32A0D34}" dt="2025-12-01T10:38:46.476" v="770" actId="26606"/>
          <ac:spMkLst>
            <pc:docMk/>
            <pc:sldMk cId="1424140730" sldId="273"/>
            <ac:spMk id="27" creationId="{DBC6133C-0615-4CE4-9132-37E609A9BDFA}"/>
          </ac:spMkLst>
        </pc:spChg>
        <pc:spChg chg="add del">
          <ac:chgData name="Waleed Hussain" userId="2394aa40a5f0e83f" providerId="LiveId" clId="{60B0914A-91CB-4BF5-8302-C5A6B32A0D34}" dt="2025-12-01T10:38:46.476" v="770" actId="26606"/>
          <ac:spMkLst>
            <pc:docMk/>
            <pc:sldMk cId="1424140730" sldId="273"/>
            <ac:spMk id="28" creationId="{169CC832-2974-4E8D-90ED-3E2941BA7336}"/>
          </ac:spMkLst>
        </pc:spChg>
        <pc:spChg chg="add del">
          <ac:chgData name="Waleed Hussain" userId="2394aa40a5f0e83f" providerId="LiveId" clId="{60B0914A-91CB-4BF5-8302-C5A6B32A0D34}" dt="2025-12-01T10:38:46.476" v="770" actId="26606"/>
          <ac:spMkLst>
            <pc:docMk/>
            <pc:sldMk cId="1424140730" sldId="273"/>
            <ac:spMk id="29" creationId="{E35D781B-100A-C483-1C42-309805334D8B}"/>
          </ac:spMkLst>
        </pc:spChg>
        <pc:spChg chg="add del">
          <ac:chgData name="Waleed Hussain" userId="2394aa40a5f0e83f" providerId="LiveId" clId="{60B0914A-91CB-4BF5-8302-C5A6B32A0D34}" dt="2025-12-01T10:38:46.476" v="770" actId="26606"/>
          <ac:spMkLst>
            <pc:docMk/>
            <pc:sldMk cId="1424140730" sldId="273"/>
            <ac:spMk id="30" creationId="{55222F96-971A-4F90-B841-6BAB416C7AC1}"/>
          </ac:spMkLst>
        </pc:spChg>
        <pc:spChg chg="add del">
          <ac:chgData name="Waleed Hussain" userId="2394aa40a5f0e83f" providerId="LiveId" clId="{60B0914A-91CB-4BF5-8302-C5A6B32A0D34}" dt="2025-12-01T10:38:46.476" v="770" actId="26606"/>
          <ac:spMkLst>
            <pc:docMk/>
            <pc:sldMk cId="1424140730" sldId="273"/>
            <ac:spMk id="31" creationId="{08980754-6F4B-43C9-B9BE-127B6BED6586}"/>
          </ac:spMkLst>
        </pc:spChg>
        <pc:spChg chg="add del">
          <ac:chgData name="Waleed Hussain" userId="2394aa40a5f0e83f" providerId="LiveId" clId="{60B0914A-91CB-4BF5-8302-C5A6B32A0D34}" dt="2025-12-01T10:38:46.476" v="770" actId="26606"/>
          <ac:spMkLst>
            <pc:docMk/>
            <pc:sldMk cId="1424140730" sldId="273"/>
            <ac:spMk id="32" creationId="{2C1BBA94-3F40-40AA-8BB9-E69E25E537C1}"/>
          </ac:spMkLst>
        </pc:spChg>
        <pc:spChg chg="add del mod">
          <ac:chgData name="Waleed Hussain" userId="2394aa40a5f0e83f" providerId="LiveId" clId="{60B0914A-91CB-4BF5-8302-C5A6B32A0D34}" dt="2025-12-01T10:39:14.298" v="803" actId="26606"/>
          <ac:spMkLst>
            <pc:docMk/>
            <pc:sldMk cId="1424140730" sldId="273"/>
            <ac:spMk id="34" creationId="{EA5336B8-A9B2-ABCF-1B0A-A7F2E762FAEE}"/>
          </ac:spMkLst>
        </pc:spChg>
        <pc:grpChg chg="add del">
          <ac:chgData name="Waleed Hussain" userId="2394aa40a5f0e83f" providerId="LiveId" clId="{60B0914A-91CB-4BF5-8302-C5A6B32A0D34}" dt="2025-12-01T10:38:38.736" v="768" actId="26606"/>
          <ac:grpSpMkLst>
            <pc:docMk/>
            <pc:sldMk cId="1424140730" sldId="273"/>
            <ac:grpSpMk id="14" creationId="{3248F5E6-4377-481A-9615-8B26AF96A076}"/>
          </ac:grpSpMkLst>
        </pc:grpChg>
        <pc:grpChg chg="add del">
          <ac:chgData name="Waleed Hussain" userId="2394aa40a5f0e83f" providerId="LiveId" clId="{60B0914A-91CB-4BF5-8302-C5A6B32A0D34}" dt="2025-12-01T10:38:38.736" v="768" actId="26606"/>
          <ac:grpSpMkLst>
            <pc:docMk/>
            <pc:sldMk cId="1424140730" sldId="273"/>
            <ac:grpSpMk id="18" creationId="{E27AF472-EAE3-4572-AB69-B92BD10DBC6D}"/>
          </ac:grpSpMkLst>
        </pc:grpChg>
        <pc:grpChg chg="add del">
          <ac:chgData name="Waleed Hussain" userId="2394aa40a5f0e83f" providerId="LiveId" clId="{60B0914A-91CB-4BF5-8302-C5A6B32A0D34}" dt="2025-12-01T10:39:14.298" v="803" actId="26606"/>
          <ac:grpSpMkLst>
            <pc:docMk/>
            <pc:sldMk cId="1424140730" sldId="273"/>
            <ac:grpSpMk id="35" creationId="{6258F736-B256-8039-9DC6-F4E49A5C5AD5}"/>
          </ac:grpSpMkLst>
        </pc:grpChg>
        <pc:picChg chg="add del mod">
          <ac:chgData name="Waleed Hussain" userId="2394aa40a5f0e83f" providerId="LiveId" clId="{60B0914A-91CB-4BF5-8302-C5A6B32A0D34}" dt="2025-12-01T10:40:03.773" v="807" actId="478"/>
          <ac:picMkLst>
            <pc:docMk/>
            <pc:sldMk cId="1424140730" sldId="273"/>
            <ac:picMk id="5" creationId="{989AA9DC-781D-6D5F-690C-3765CE1D3E64}"/>
          </ac:picMkLst>
        </pc:picChg>
      </pc:sldChg>
      <pc:sldChg chg="new del">
        <pc:chgData name="Waleed Hussain" userId="2394aa40a5f0e83f" providerId="LiveId" clId="{60B0914A-91CB-4BF5-8302-C5A6B32A0D34}" dt="2025-12-01T11:10:49.451" v="971" actId="47"/>
        <pc:sldMkLst>
          <pc:docMk/>
          <pc:sldMk cId="3996546404" sldId="274"/>
        </pc:sldMkLst>
      </pc:sldChg>
      <pc:sldChg chg="addSp delSp modSp new add del mod setBg">
        <pc:chgData name="Waleed Hussain" userId="2394aa40a5f0e83f" providerId="LiveId" clId="{60B0914A-91CB-4BF5-8302-C5A6B32A0D34}" dt="2025-12-01T11:17:37.399" v="1088" actId="255"/>
        <pc:sldMkLst>
          <pc:docMk/>
          <pc:sldMk cId="4217266783" sldId="275"/>
        </pc:sldMkLst>
        <pc:spChg chg="mod">
          <ac:chgData name="Waleed Hussain" userId="2394aa40a5f0e83f" providerId="LiveId" clId="{60B0914A-91CB-4BF5-8302-C5A6B32A0D34}" dt="2025-12-01T11:09:02.149" v="951" actId="26606"/>
          <ac:spMkLst>
            <pc:docMk/>
            <pc:sldMk cId="4217266783" sldId="275"/>
            <ac:spMk id="2" creationId="{E5321050-F1E1-FF76-1461-17758B4FC68F}"/>
          </ac:spMkLst>
        </pc:spChg>
        <pc:spChg chg="mod">
          <ac:chgData name="Waleed Hussain" userId="2394aa40a5f0e83f" providerId="LiveId" clId="{60B0914A-91CB-4BF5-8302-C5A6B32A0D34}" dt="2025-12-01T11:17:37.399" v="1088" actId="255"/>
          <ac:spMkLst>
            <pc:docMk/>
            <pc:sldMk cId="4217266783" sldId="275"/>
            <ac:spMk id="3" creationId="{844C3CCD-0235-B9E7-F231-7A07F1A319DB}"/>
          </ac:spMkLst>
        </pc:spChg>
        <pc:spChg chg="add del">
          <ac:chgData name="Waleed Hussain" userId="2394aa40a5f0e83f" providerId="LiveId" clId="{60B0914A-91CB-4BF5-8302-C5A6B32A0D34}" dt="2025-12-01T11:09:02.149" v="951" actId="26606"/>
          <ac:spMkLst>
            <pc:docMk/>
            <pc:sldMk cId="4217266783" sldId="275"/>
            <ac:spMk id="14" creationId="{04812C46-200A-4DEB-A05E-3ED6C68C2387}"/>
          </ac:spMkLst>
        </pc:spChg>
        <pc:spChg chg="add del">
          <ac:chgData name="Waleed Hussain" userId="2394aa40a5f0e83f" providerId="LiveId" clId="{60B0914A-91CB-4BF5-8302-C5A6B32A0D34}" dt="2025-12-01T11:09:02.149" v="951" actId="26606"/>
          <ac:spMkLst>
            <pc:docMk/>
            <pc:sldMk cId="4217266783" sldId="275"/>
            <ac:spMk id="15" creationId="{D1EA859B-E555-4109-94F3-6700E046E008}"/>
          </ac:spMkLst>
        </pc:spChg>
        <pc:spChg chg="add del">
          <ac:chgData name="Waleed Hussain" userId="2394aa40a5f0e83f" providerId="LiveId" clId="{60B0914A-91CB-4BF5-8302-C5A6B32A0D34}" dt="2025-12-01T11:08:51.810" v="945" actId="26606"/>
          <ac:spMkLst>
            <pc:docMk/>
            <pc:sldMk cId="4217266783" sldId="275"/>
            <ac:spMk id="20" creationId="{79BB35BC-D5C2-4C8B-A22A-A71E6191913B}"/>
          </ac:spMkLst>
        </pc:spChg>
        <pc:spChg chg="add del">
          <ac:chgData name="Waleed Hussain" userId="2394aa40a5f0e83f" providerId="LiveId" clId="{60B0914A-91CB-4BF5-8302-C5A6B32A0D34}" dt="2025-12-01T11:08:52.826" v="947" actId="26606"/>
          <ac:spMkLst>
            <pc:docMk/>
            <pc:sldMk cId="4217266783" sldId="275"/>
            <ac:spMk id="22" creationId="{D009D6D5-DAC2-4A8B-A17A-E206B9012D09}"/>
          </ac:spMkLst>
        </pc:spChg>
        <pc:spChg chg="add del">
          <ac:chgData name="Waleed Hussain" userId="2394aa40a5f0e83f" providerId="LiveId" clId="{60B0914A-91CB-4BF5-8302-C5A6B32A0D34}" dt="2025-12-01T11:09:00.046" v="949" actId="26606"/>
          <ac:spMkLst>
            <pc:docMk/>
            <pc:sldMk cId="4217266783" sldId="275"/>
            <ac:spMk id="24" creationId="{04812C46-200A-4DEB-A05E-3ED6C68C2387}"/>
          </ac:spMkLst>
        </pc:spChg>
        <pc:spChg chg="add del">
          <ac:chgData name="Waleed Hussain" userId="2394aa40a5f0e83f" providerId="LiveId" clId="{60B0914A-91CB-4BF5-8302-C5A6B32A0D34}" dt="2025-12-01T11:09:00.046" v="949" actId="26606"/>
          <ac:spMkLst>
            <pc:docMk/>
            <pc:sldMk cId="4217266783" sldId="275"/>
            <ac:spMk id="25" creationId="{D1EA859B-E555-4109-94F3-6700E046E008}"/>
          </ac:spMkLst>
        </pc:spChg>
        <pc:grpChg chg="add del">
          <ac:chgData name="Waleed Hussain" userId="2394aa40a5f0e83f" providerId="LiveId" clId="{60B0914A-91CB-4BF5-8302-C5A6B32A0D34}" dt="2025-12-01T11:08:35.768" v="941" actId="26606"/>
          <ac:grpSpMkLst>
            <pc:docMk/>
            <pc:sldMk cId="4217266783" sldId="275"/>
            <ac:grpSpMk id="10" creationId="{1FD67D68-9B83-C338-8342-3348D8F22347}"/>
          </ac:grpSpMkLst>
        </pc:grpChg>
        <pc:picChg chg="add del mod ord">
          <ac:chgData name="Waleed Hussain" userId="2394aa40a5f0e83f" providerId="LiveId" clId="{60B0914A-91CB-4BF5-8302-C5A6B32A0D34}" dt="2025-12-01T11:09:14.772" v="954" actId="478"/>
          <ac:picMkLst>
            <pc:docMk/>
            <pc:sldMk cId="4217266783" sldId="275"/>
            <ac:picMk id="5" creationId="{1D222FF2-5223-DF0F-B2C6-1E52A0125004}"/>
          </ac:picMkLst>
        </pc:picChg>
        <pc:picChg chg="add mod">
          <ac:chgData name="Waleed Hussain" userId="2394aa40a5f0e83f" providerId="LiveId" clId="{60B0914A-91CB-4BF5-8302-C5A6B32A0D34}" dt="2025-12-01T11:16:34.636" v="1079" actId="1076"/>
          <ac:picMkLst>
            <pc:docMk/>
            <pc:sldMk cId="4217266783" sldId="275"/>
            <ac:picMk id="7" creationId="{E59C80AE-DDB5-5BBB-6D0B-E436077B883A}"/>
          </ac:picMkLst>
        </pc:picChg>
        <pc:picChg chg="add mod">
          <ac:chgData name="Waleed Hussain" userId="2394aa40a5f0e83f" providerId="LiveId" clId="{60B0914A-91CB-4BF5-8302-C5A6B32A0D34}" dt="2025-12-01T11:17:01.608" v="1084" actId="1076"/>
          <ac:picMkLst>
            <pc:docMk/>
            <pc:sldMk cId="4217266783" sldId="275"/>
            <ac:picMk id="9" creationId="{BFE8E7A7-2C2C-CBBD-673B-AED1756B8795}"/>
          </ac:picMkLst>
        </pc:picChg>
      </pc:sldChg>
      <pc:sldChg chg="modSp new mod">
        <pc:chgData name="Waleed Hussain" userId="2394aa40a5f0e83f" providerId="LiveId" clId="{60B0914A-91CB-4BF5-8302-C5A6B32A0D34}" dt="2025-12-01T11:32:12.060" v="1195" actId="20577"/>
        <pc:sldMkLst>
          <pc:docMk/>
          <pc:sldMk cId="4280532040" sldId="276"/>
        </pc:sldMkLst>
        <pc:spChg chg="mod">
          <ac:chgData name="Waleed Hussain" userId="2394aa40a5f0e83f" providerId="LiveId" clId="{60B0914A-91CB-4BF5-8302-C5A6B32A0D34}" dt="2025-12-01T11:31:42.646" v="1161" actId="2711"/>
          <ac:spMkLst>
            <pc:docMk/>
            <pc:sldMk cId="4280532040" sldId="276"/>
            <ac:spMk id="2" creationId="{0658E17A-F3E8-C5E9-B874-EFA27C7C96D8}"/>
          </ac:spMkLst>
        </pc:spChg>
        <pc:spChg chg="mod">
          <ac:chgData name="Waleed Hussain" userId="2394aa40a5f0e83f" providerId="LiveId" clId="{60B0914A-91CB-4BF5-8302-C5A6B32A0D34}" dt="2025-12-01T11:32:12.060" v="1195" actId="20577"/>
          <ac:spMkLst>
            <pc:docMk/>
            <pc:sldMk cId="4280532040" sldId="276"/>
            <ac:spMk id="3" creationId="{927200A8-13D7-D335-1E43-9B8A58F4222F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C5BD6D-F42C-FF31-8784-878ADC2261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AE6026-C889-7110-8825-34315A04FE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87DA9C-8E99-F727-AD63-6804BCDA4C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6751CD-FF73-4613-8597-94E3E8EC34DC}" type="datetimeFigureOut">
              <a:rPr lang="en-GB" smtClean="0"/>
              <a:t>01/12/2025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416213-5E06-E274-B6FE-30B0AD4E3B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B08CC0-71A4-78F4-E0AB-8972EBEAC2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EA1A9-5BFB-40D7-8979-2F525E56A87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664013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B0602A-43A8-05CE-6D4B-7F64315F8C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1FE40C-3805-CE74-339B-6E3DE4711C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9EA26D-FA9D-9FED-9F37-2BC2B5260B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6751CD-FF73-4613-8597-94E3E8EC34DC}" type="datetimeFigureOut">
              <a:rPr lang="en-GB" smtClean="0"/>
              <a:t>01/12/2025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61F42E-4997-B46F-4F82-688F21C1ED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DC687C-E48B-14FC-CB50-7D147C070B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EA1A9-5BFB-40D7-8979-2F525E56A87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45713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79D858-453A-B0DE-112D-A2FCF3936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BDEA63-00C8-25A8-96E0-6AF9966AA1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92AA34-2A6B-D5C4-5C8D-6A29CD9C14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6751CD-FF73-4613-8597-94E3E8EC34DC}" type="datetimeFigureOut">
              <a:rPr lang="en-GB" smtClean="0"/>
              <a:t>01/12/2025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0AA6C4-A0D4-D0D8-0BBD-C35CB66838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7E99AD-17F2-FD5E-8747-FEF7C7E3E1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EA1A9-5BFB-40D7-8979-2F525E56A87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884100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75C18E-9360-3E43-A49D-4EC08A4229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C513E9-20B5-26E1-EA33-33236E76557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FEB70E-9557-3C39-BA1C-9724A0C2DD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39020C-0443-8370-495A-3A8E3DC293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6751CD-FF73-4613-8597-94E3E8EC34DC}" type="datetimeFigureOut">
              <a:rPr lang="en-GB" smtClean="0"/>
              <a:t>01/12/2025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B1308C-887D-6D11-ADF9-7062B2446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182420-AEDB-580B-F0E1-B795ACD5C8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EA1A9-5BFB-40D7-8979-2F525E56A87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244719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B1E8A5-1D01-2D85-A52C-21D560E44F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54A6C7-BD89-6221-4B85-5D128B9A30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E59EF6-8A8B-8BDF-66EB-71915CC1E0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BC0DC50-2455-5A98-11E5-81A8849E75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9BBBB4B-5D08-1144-7B1F-6D98FDE6DA3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2E48F4D-4E79-DD33-6000-3D4334BEEC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6751CD-FF73-4613-8597-94E3E8EC34DC}" type="datetimeFigureOut">
              <a:rPr lang="en-GB" smtClean="0"/>
              <a:t>01/12/2025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4A851-3F42-33E2-5719-FE22140A80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F25CBE7-55E2-709F-75D4-F9F32C7CFD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EA1A9-5BFB-40D7-8979-2F525E56A87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896169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C047B0-6C44-5A13-5594-3DBBAF2D93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E91CCCF-0113-7325-D2E3-7AB43EE383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6751CD-FF73-4613-8597-94E3E8EC34DC}" type="datetimeFigureOut">
              <a:rPr lang="en-GB" smtClean="0"/>
              <a:t>01/12/2025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AAF3E9A-58FD-3DA0-ACAD-1C72D96F0F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5DE26D-B0DC-C811-7668-D85A566686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EA1A9-5BFB-40D7-8979-2F525E56A87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12386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766AE47-6DDD-4ED3-2BE2-62267870A2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6751CD-FF73-4613-8597-94E3E8EC34DC}" type="datetimeFigureOut">
              <a:rPr lang="en-GB" smtClean="0"/>
              <a:t>01/12/2025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AD46A95-3B58-73D6-8226-6C5FC0E673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D3D03D-9E53-99A1-6036-B99D9FB0DB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EA1A9-5BFB-40D7-8979-2F525E56A87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175438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94C23D-CEED-FF55-FD11-960D8D376C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53E368-29F2-FE35-8C97-BF9CDE38AB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4043810-51C0-E66D-EA51-AB5FC37013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004D15-EEBE-493D-1339-8439677073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6751CD-FF73-4613-8597-94E3E8EC34DC}" type="datetimeFigureOut">
              <a:rPr lang="en-GB" smtClean="0"/>
              <a:t>01/12/2025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F34DAA-41F1-2835-B6A1-C58E925B18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1AA9EB-291C-E25C-F64D-ED555472E7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EA1A9-5BFB-40D7-8979-2F525E56A87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78576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1E5F6F-98B0-A763-9B27-04F283A41F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28A0CFE-EF6B-6ACF-1236-2AC52E3F8B8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456387-0E87-E10C-BD63-29B1486155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58EF5D-AEC9-33C3-120C-2F8E1953FF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6751CD-FF73-4613-8597-94E3E8EC34DC}" type="datetimeFigureOut">
              <a:rPr lang="en-GB" smtClean="0"/>
              <a:t>01/12/2025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DBE182-593C-9B63-5DFC-8884AA0E2B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316FD6-753D-6501-83D6-E18B58FA5F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EA1A9-5BFB-40D7-8979-2F525E56A87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176099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35217-576E-7A03-9BC9-CECCCE2CAB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46CB16-77DE-E243-7AC0-2716FF09F4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F06374-B7A0-1FA0-BAD9-E656081588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6751CD-FF73-4613-8597-94E3E8EC34DC}" type="datetimeFigureOut">
              <a:rPr lang="en-GB" smtClean="0"/>
              <a:t>01/12/2025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1A7BF9-1C61-2DEC-8114-03EE2520BA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6FF956-5E7C-A271-1EA8-F9DFDA67F2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EA1A9-5BFB-40D7-8979-2F525E56A87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911352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26822C-4BD8-B96C-273E-83498D15589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C68C58-6B72-DB7C-2BB1-3059633FE9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3124DD-B1D5-D364-FFA1-1FC850E619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6751CD-FF73-4613-8597-94E3E8EC34DC}" type="datetimeFigureOut">
              <a:rPr lang="en-GB" smtClean="0"/>
              <a:t>01/12/2025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F2D6CD-F345-DF5E-6339-DC017299CD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282EBE-A8F9-9CA3-ECDD-1376EEF1BD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EA1A9-5BFB-40D7-8979-2F525E56A87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786964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F9BC2EB-6A67-3C14-58FB-B24CF03E9C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3418DE-E724-4F92-8EBD-F177DD92D9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34B322-0B4B-377C-06C9-DDED1B13FC5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F6751CD-FF73-4613-8597-94E3E8EC34DC}" type="datetimeFigureOut">
              <a:rPr lang="en-GB" smtClean="0"/>
              <a:t>01/12/2025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B8A0FE-C7D9-AC88-322A-FBE7BC039D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A8F558-7BEC-B9EC-BAF8-C233FF0517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DEA1A9-5BFB-40D7-8979-2F525E56A87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507322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F15BF2-2852-8BB0-B842-788C092EFD6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GB" sz="4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Predicting Lap Time Degradation in Formula 1 Using Machine Learning Models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808A27C-1E7B-A255-190C-1C25BC0EE73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GB" b="1" dirty="0"/>
              <a:t>Presented By:</a:t>
            </a:r>
          </a:p>
          <a:p>
            <a:r>
              <a:rPr lang="en-GB" b="1" dirty="0"/>
              <a:t>Waleed Hussain</a:t>
            </a:r>
            <a:br>
              <a:rPr lang="en-GB" dirty="0"/>
            </a:br>
            <a:r>
              <a:rPr lang="en-GB" dirty="0"/>
              <a:t>University of Hertfordshire</a:t>
            </a:r>
          </a:p>
          <a:p>
            <a:r>
              <a:rPr lang="en-GB" dirty="0"/>
              <a:t>MSc in Data Science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277322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16ED21-3BDE-6B54-8EC6-C90B51E934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85FAC3-37CD-AC02-B10B-A7D7DC4C7B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GB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Gradual increase in lap time as the race progresses</a:t>
            </a:r>
          </a:p>
          <a:p>
            <a:pPr algn="just"/>
            <a:r>
              <a:rPr lang="en-GB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Caused by tyre wear, fuel consumption, track evolution, driver strategy, and pit stops</a:t>
            </a:r>
          </a:p>
          <a:p>
            <a:pPr algn="just"/>
            <a:endParaRPr lang="en-GB" sz="2000" b="1" dirty="0"/>
          </a:p>
          <a:p>
            <a:pPr marL="0" indent="0" algn="ctr">
              <a:buNone/>
            </a:pPr>
            <a:r>
              <a:rPr lang="en-GB" b="1" dirty="0"/>
              <a:t>Why is Lap Time Degradation Important in Formula 1?</a:t>
            </a: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endParaRPr lang="en-GB" sz="20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n-GB" sz="20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Directly </a:t>
            </a:r>
            <a:r>
              <a:rPr lang="en-GB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affects race pace</a:t>
            </a:r>
          </a:p>
          <a:p>
            <a:pPr algn="just"/>
            <a:r>
              <a:rPr lang="en-GB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Determines optimal pit-stop strategy</a:t>
            </a:r>
          </a:p>
          <a:p>
            <a:pPr algn="just"/>
            <a:r>
              <a:rPr lang="en-GB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Impacts tyre selection and stint length</a:t>
            </a:r>
          </a:p>
          <a:p>
            <a:pPr algn="just"/>
            <a:r>
              <a:rPr lang="en-GB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Helps teams predict performance and overtake windows</a:t>
            </a:r>
          </a:p>
          <a:p>
            <a:pPr algn="just"/>
            <a:r>
              <a:rPr lang="en-GB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Critical for race engineers and strategists</a:t>
            </a:r>
          </a:p>
        </p:txBody>
      </p:sp>
    </p:spTree>
    <p:extLst>
      <p:ext uri="{BB962C8B-B14F-4D97-AF65-F5344CB8AC3E}">
        <p14:creationId xmlns:p14="http://schemas.microsoft.com/office/powerpoint/2010/main" val="5449945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BB2AA8-144E-E6D1-A3BF-146C8329EC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F83F92-246C-5316-E27C-AE6196E765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Project Aim</a:t>
            </a:r>
          </a:p>
          <a:p>
            <a:r>
              <a:rPr lang="en-GB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develop a </a:t>
            </a:r>
            <a:r>
              <a:rPr lang="en-GB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machine learning model</a:t>
            </a:r>
            <a:r>
              <a:rPr lang="en-GB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that can accurately </a:t>
            </a:r>
            <a:r>
              <a:rPr lang="en-GB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predict lap time degradation</a:t>
            </a:r>
            <a:r>
              <a:rPr lang="en-GB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using:</a:t>
            </a:r>
          </a:p>
          <a:p>
            <a:r>
              <a:rPr lang="en-GB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Lap-level telemetry data</a:t>
            </a:r>
          </a:p>
          <a:p>
            <a:r>
              <a:rPr lang="en-GB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Pit-stop information</a:t>
            </a:r>
          </a:p>
          <a:p>
            <a:r>
              <a:rPr lang="en-GB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Driver/team statistics</a:t>
            </a:r>
          </a:p>
          <a:p>
            <a:r>
              <a:rPr lang="en-GB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Circuit characteristics</a:t>
            </a:r>
          </a:p>
          <a:p>
            <a:pPr marL="0" indent="0" algn="ctr">
              <a:buNone/>
            </a:pP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Research Goal</a:t>
            </a:r>
          </a:p>
          <a:p>
            <a:r>
              <a:rPr lang="en-GB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build a predictive model comparable to published studies and extract strategic insights from historical race data.</a:t>
            </a:r>
          </a:p>
        </p:txBody>
      </p:sp>
    </p:spTree>
    <p:extLst>
      <p:ext uri="{BB962C8B-B14F-4D97-AF65-F5344CB8AC3E}">
        <p14:creationId xmlns:p14="http://schemas.microsoft.com/office/powerpoint/2010/main" val="36426810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E88DC6-4F21-0BF6-C518-97A6928D2D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Dataset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9887D8-F657-27B1-9DD4-2532D62E61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GB" sz="33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Dataset Source</a:t>
            </a:r>
          </a:p>
          <a:p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Kaggle: Formula 1 World Championship (1950–2020)</a:t>
            </a:r>
          </a:p>
          <a:p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Contains 70+ years of historical race data</a:t>
            </a:r>
          </a:p>
          <a:p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Suitable for time-series, performance, and predictive modelling</a:t>
            </a:r>
          </a:p>
          <a:p>
            <a:pPr marL="0" indent="0" algn="ctr">
              <a:buNone/>
            </a:pPr>
            <a:r>
              <a:rPr lang="en-GB" sz="3300" b="1" dirty="0"/>
              <a:t>Why This Dataset Works for Our Project</a:t>
            </a:r>
          </a:p>
          <a:p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Large-scale lap-level dataset</a:t>
            </a:r>
          </a:p>
          <a:p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Includes all key indicators affecting lap time</a:t>
            </a:r>
          </a:p>
          <a:p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Covers multiple circuits, seasons, drivers, and strategies</a:t>
            </a:r>
          </a:p>
          <a:p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Allows detailed analysis of:</a:t>
            </a:r>
          </a:p>
          <a:p>
            <a:pPr lvl="1"/>
            <a:r>
              <a:rPr lang="en-GB" sz="1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Lap progression</a:t>
            </a:r>
          </a:p>
          <a:p>
            <a:pPr lvl="1"/>
            <a:r>
              <a:rPr lang="en-GB" sz="1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Pit stop effects</a:t>
            </a:r>
          </a:p>
          <a:p>
            <a:pPr lvl="1"/>
            <a:r>
              <a:rPr lang="en-GB" sz="1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Driver/team performance</a:t>
            </a:r>
          </a:p>
          <a:p>
            <a:pPr lvl="1"/>
            <a:r>
              <a:rPr lang="en-GB" sz="1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Circuit characteristics</a:t>
            </a:r>
          </a:p>
          <a:p>
            <a:endParaRPr lang="en-GB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69167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237424-D603-2226-1D6C-DAC2F3498E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Preprocessing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3D5520-B1E1-620D-D0A6-87741C52A6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Loading &amp; Merging</a:t>
            </a:r>
          </a:p>
          <a:p>
            <a:r>
              <a:rPr lang="en-GB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Loaded multiple CSV files from the dataset</a:t>
            </a:r>
          </a:p>
          <a:p>
            <a:r>
              <a:rPr lang="en-GB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Merged them using relational keys:</a:t>
            </a:r>
          </a:p>
          <a:p>
            <a:pPr lvl="1"/>
            <a:r>
              <a:rPr lang="en-GB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raceId</a:t>
            </a: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GB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driverId</a:t>
            </a: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GB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constructorId</a:t>
            </a: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GB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circuitId</a:t>
            </a:r>
            <a:endParaRPr lang="en-GB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GB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Created a </a:t>
            </a:r>
            <a:r>
              <a:rPr lang="en-GB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unified Data Frame</a:t>
            </a:r>
            <a:r>
              <a:rPr lang="en-GB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containing all lap-level information:</a:t>
            </a:r>
          </a:p>
          <a:p>
            <a:pPr lvl="1"/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Driver</a:t>
            </a:r>
          </a:p>
          <a:p>
            <a:pPr lvl="1"/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Team</a:t>
            </a:r>
          </a:p>
          <a:p>
            <a:pPr lvl="1"/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Circuit</a:t>
            </a:r>
          </a:p>
          <a:p>
            <a:pPr lvl="1"/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Pit stops</a:t>
            </a:r>
          </a:p>
          <a:p>
            <a:pPr lvl="1"/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Race metadata</a:t>
            </a:r>
          </a:p>
          <a:p>
            <a:pPr lvl="1"/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Lap times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530473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DCB78C-191A-362F-768B-DED16AC99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Preprocessing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E0289D-4035-2F3D-D8B7-FD3208995A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GB" sz="3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Cleaning</a:t>
            </a:r>
          </a:p>
          <a:p>
            <a:r>
              <a:rPr lang="en-GB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Converted lap time from </a:t>
            </a:r>
            <a:r>
              <a:rPr lang="en-GB" sz="2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milliseconds → seconds</a:t>
            </a:r>
            <a:endParaRPr lang="en-GB" sz="2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GB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Renamed columns for clarity</a:t>
            </a:r>
          </a:p>
          <a:p>
            <a:r>
              <a:rPr lang="en-GB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Removed irrelevant or duplicate columns</a:t>
            </a:r>
          </a:p>
          <a:p>
            <a:r>
              <a:rPr lang="en-GB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Ensured consistent data types (numeric/categorical)</a:t>
            </a:r>
          </a:p>
          <a:p>
            <a:pPr marL="0" indent="0" algn="ctr">
              <a:buNone/>
            </a:pPr>
            <a:r>
              <a:rPr lang="en-GB" sz="3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Categorical Encoding</a:t>
            </a:r>
          </a:p>
          <a:p>
            <a:r>
              <a:rPr lang="en-GB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Used </a:t>
            </a:r>
            <a:r>
              <a:rPr lang="en-GB" sz="2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Label Encoding</a:t>
            </a:r>
            <a:r>
              <a:rPr lang="en-GB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to convert non-numeric fields into numeric form:</a:t>
            </a:r>
          </a:p>
          <a:p>
            <a:r>
              <a:rPr lang="en-GB"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Driver name → </a:t>
            </a:r>
            <a:r>
              <a:rPr lang="en-GB" sz="17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driver_encoded</a:t>
            </a:r>
            <a:endParaRPr lang="en-GB" sz="17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GB"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Constructor/team → </a:t>
            </a:r>
            <a:r>
              <a:rPr lang="en-GB" sz="17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constructor_encoded</a:t>
            </a:r>
            <a:endParaRPr lang="en-GB" sz="17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GB"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Circuit ID → </a:t>
            </a:r>
            <a:r>
              <a:rPr lang="en-GB" sz="17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circuit_encoded</a:t>
            </a:r>
            <a:endParaRPr lang="en-GB" sz="17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GB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makes data usable for ML models.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775305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9055C2-1FCF-3FC8-2B56-1092167330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Exploratory Data Analysis (EDA)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E1722A-8A1C-BDA9-E6B8-B9951E1AD9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Lap Time Trends</a:t>
            </a:r>
          </a:p>
          <a:p>
            <a:r>
              <a:rPr lang="en-GB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Analysed lap-by-lap time progression for drivers</a:t>
            </a:r>
          </a:p>
          <a:p>
            <a:r>
              <a:rPr lang="en-GB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Observed </a:t>
            </a:r>
            <a:r>
              <a:rPr lang="en-GB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natural degradation</a:t>
            </a:r>
            <a:r>
              <a:rPr lang="en-GB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(lap times increase over laps)</a:t>
            </a:r>
          </a:p>
          <a:p>
            <a:r>
              <a:rPr lang="en-GB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Identified pit-stop resets (lap time drops after pit stop)</a:t>
            </a:r>
          </a:p>
          <a:p>
            <a:r>
              <a:rPr lang="en-GB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12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Example:</a:t>
            </a:r>
            <a:r>
              <a:rPr lang="en-GB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Hamilton, Bottas, Vettel, Verstappen (2019 Australian GP</a:t>
            </a:r>
            <a:r>
              <a:rPr lang="en-GB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pPr marL="0" indent="0">
              <a:buNone/>
            </a:pPr>
            <a:r>
              <a:rPr lang="en-GB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                                                                       </a:t>
            </a:r>
            <a:r>
              <a:rPr lang="en-GB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Pit Stop Impact</a:t>
            </a:r>
          </a:p>
          <a:p>
            <a:r>
              <a:rPr lang="en-GB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Clear spike in lap time on pit-stop lap</a:t>
            </a:r>
          </a:p>
          <a:p>
            <a:r>
              <a:rPr lang="en-GB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Sharp decrease immediately after pit stop</a:t>
            </a:r>
          </a:p>
          <a:p>
            <a:r>
              <a:rPr lang="en-GB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Statistically measured before vs after pit stop:</a:t>
            </a:r>
          </a:p>
          <a:p>
            <a:r>
              <a:rPr lang="en-GB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Before pit stop → stronger degradation</a:t>
            </a:r>
          </a:p>
          <a:p>
            <a:r>
              <a:rPr lang="en-GB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After pit stop → performance reset</a:t>
            </a:r>
          </a:p>
          <a:p>
            <a:pPr marL="0" indent="0">
              <a:buNone/>
            </a:pPr>
            <a:endParaRPr lang="en-GB" sz="1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GB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GB" sz="2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GB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Picture 4" descr="A graph of different colored lines&#10;&#10;AI-generated content may be incorrect.">
            <a:extLst>
              <a:ext uri="{FF2B5EF4-FFF2-40B4-BE49-F238E27FC236}">
                <a16:creationId xmlns:a16="http://schemas.microsoft.com/office/drawing/2014/main" id="{42E1ACCB-FF01-3FF0-454F-72BA4FA95E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4486" y="2242457"/>
            <a:ext cx="5083636" cy="3934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84935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321050-F1E1-FF76-1461-17758B4FC6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4C3CCD-0235-B9E7-F231-7A07F1A319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Circuit-Level Analysis</a:t>
            </a:r>
          </a:p>
          <a:p>
            <a:r>
              <a:rPr lang="en-GB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Compared average lap times across all circuits</a:t>
            </a:r>
          </a:p>
          <a:p>
            <a:r>
              <a:rPr lang="en-GB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Found significant differences due to:</a:t>
            </a:r>
          </a:p>
          <a:p>
            <a:pPr lvl="1"/>
            <a:r>
              <a:rPr lang="en-GB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Track length</a:t>
            </a:r>
          </a:p>
          <a:p>
            <a:pPr lvl="1"/>
            <a:r>
              <a:rPr lang="en-GB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Sector complexity</a:t>
            </a:r>
          </a:p>
          <a:p>
            <a:pPr lvl="1"/>
            <a:r>
              <a:rPr lang="en-GB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Weather and country characteristics</a:t>
            </a:r>
          </a:p>
          <a:p>
            <a:r>
              <a:rPr lang="en-GB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Confirmed circuit type is an important feature</a:t>
            </a:r>
          </a:p>
          <a:p>
            <a:pPr marL="0" indent="0">
              <a:buNone/>
            </a:pPr>
            <a:endParaRPr lang="en-GB" dirty="0"/>
          </a:p>
        </p:txBody>
      </p:sp>
      <p:pic>
        <p:nvPicPr>
          <p:cNvPr id="7" name="Picture 6" descr="A chart of a graph&#10;&#10;AI-generated content may be incorrect.">
            <a:extLst>
              <a:ext uri="{FF2B5EF4-FFF2-40B4-BE49-F238E27FC236}">
                <a16:creationId xmlns:a16="http://schemas.microsoft.com/office/drawing/2014/main" id="{E59C80AE-DDB5-5BBB-6D0B-E436077B88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2836" y="1825625"/>
            <a:ext cx="4472534" cy="1959430"/>
          </a:xfrm>
          <a:prstGeom prst="rect">
            <a:avLst/>
          </a:prstGeom>
        </p:spPr>
      </p:pic>
      <p:pic>
        <p:nvPicPr>
          <p:cNvPr id="9" name="Picture 8" descr="A chart of different colors&#10;&#10;AI-generated content may be incorrect.">
            <a:extLst>
              <a:ext uri="{FF2B5EF4-FFF2-40B4-BE49-F238E27FC236}">
                <a16:creationId xmlns:a16="http://schemas.microsoft.com/office/drawing/2014/main" id="{BFE8E7A7-2C2C-CBBD-673B-AED1756B87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1808" y="3785055"/>
            <a:ext cx="4153562" cy="2119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72667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596A7C-F43C-4506-D9A1-0DE28AC18D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Exploratory Data Analysis (EDA)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AE5FA9-6640-C7B5-CF66-F119331074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Statistical Tests</a:t>
            </a:r>
          </a:p>
          <a:p>
            <a:r>
              <a:rPr lang="en-GB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Correlation Heatmap</a:t>
            </a:r>
            <a:endParaRPr lang="en-GB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n-GB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Lap time correlates strongly with:</a:t>
            </a:r>
          </a:p>
          <a:p>
            <a:pPr lvl="2"/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Lap number</a:t>
            </a:r>
          </a:p>
          <a:p>
            <a:pPr lvl="2"/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Pit-stop flag</a:t>
            </a:r>
          </a:p>
          <a:p>
            <a:pPr lvl="2"/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Previous lap time</a:t>
            </a:r>
          </a:p>
          <a:p>
            <a:pPr lvl="2"/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Race progress percentage</a:t>
            </a:r>
          </a:p>
          <a:p>
            <a:r>
              <a:rPr lang="en-GB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ANOVA Test</a:t>
            </a:r>
            <a:endParaRPr lang="en-GB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Driver p-value = 0.00000</a:t>
            </a:r>
          </a:p>
          <a:p>
            <a:pPr lvl="1"/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Constructor p-value = 0.00000</a:t>
            </a:r>
          </a:p>
          <a:p>
            <a:pPr lvl="1"/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Circuit p-value = 0.00000</a:t>
            </a:r>
          </a:p>
          <a:p>
            <a:pPr marL="457200" lvl="1" indent="0">
              <a:buNone/>
            </a:pP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All effects are statistically significant</a:t>
            </a:r>
          </a:p>
          <a:p>
            <a:endParaRPr lang="en-GB" dirty="0"/>
          </a:p>
        </p:txBody>
      </p:sp>
      <p:pic>
        <p:nvPicPr>
          <p:cNvPr id="5" name="Picture 4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3AB8B5E6-D3FA-0479-6169-A1AC28167B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7607" y="2258106"/>
            <a:ext cx="4329082" cy="3918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86202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C5C938-79AD-11A6-5F36-B1FE65942D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Feature Importance</a:t>
            </a:r>
          </a:p>
        </p:txBody>
      </p:sp>
      <p:pic>
        <p:nvPicPr>
          <p:cNvPr id="5" name="Content Placeholder 4" descr="A graph with a bar graph&#10;&#10;AI-generated content may be incorrect.">
            <a:extLst>
              <a:ext uri="{FF2B5EF4-FFF2-40B4-BE49-F238E27FC236}">
                <a16:creationId xmlns:a16="http://schemas.microsoft.com/office/drawing/2014/main" id="{989AA9DC-781D-6D5F-690C-3765CE1D3E6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0315" y="1435607"/>
            <a:ext cx="6613485" cy="3406331"/>
          </a:xfr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0A301A1-580E-BDAC-95BF-9BB5B1E38D7A}"/>
              </a:ext>
            </a:extLst>
          </p:cNvPr>
          <p:cNvSpPr txBox="1"/>
          <p:nvPr/>
        </p:nvSpPr>
        <p:spPr>
          <a:xfrm>
            <a:off x="1042416" y="1901952"/>
            <a:ext cx="369789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Lap difference time is the most important.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 The degradation rate and the previous lap time follow it. </a:t>
            </a:r>
          </a:p>
        </p:txBody>
      </p:sp>
    </p:spTree>
    <p:extLst>
      <p:ext uri="{BB962C8B-B14F-4D97-AF65-F5344CB8AC3E}">
        <p14:creationId xmlns:p14="http://schemas.microsoft.com/office/powerpoint/2010/main" val="14241407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1FD2DC-3226-55E8-FB22-BEDCE614E4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Feature Engineering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CDB682-505C-AC45-CC2A-9A5D0AD9D5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Lap-Time Derived Features</a:t>
            </a:r>
          </a:p>
          <a:p>
            <a:r>
              <a:rPr lang="en-GB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Created new features to better capture race dynamics:</a:t>
            </a:r>
          </a:p>
          <a:p>
            <a:r>
              <a:rPr lang="en-GB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Lap Time (sec) = milliseconds / 1000</a:t>
            </a:r>
          </a:p>
          <a:p>
            <a:r>
              <a:rPr lang="en-GB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Lap Time Difference = current lap time – previous lap time</a:t>
            </a:r>
          </a:p>
          <a:p>
            <a:r>
              <a:rPr lang="en-GB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Rolling Average Lap Time (3-lap, 5-lap windows)</a:t>
            </a:r>
          </a:p>
          <a:p>
            <a:r>
              <a:rPr lang="en-GB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Rolling Standard Deviation to capture consistency</a:t>
            </a:r>
          </a:p>
          <a:p>
            <a:r>
              <a:rPr lang="en-GB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Cumulative Race Time to monitor total progress</a:t>
            </a: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469357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FEF14F-9F63-5A42-D0A6-AB10D75AF9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Feature Engineering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C330D5-9C6E-B0C0-A5DF-81A2E14D35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Pit Stop Features</a:t>
            </a:r>
          </a:p>
          <a:p>
            <a:r>
              <a:rPr lang="en-GB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Extracted insights from pit-stop events:</a:t>
            </a:r>
          </a:p>
          <a:p>
            <a:r>
              <a:rPr lang="en-GB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Pit Stop Flag (1 if pit stop on that lap, else 0)</a:t>
            </a:r>
          </a:p>
          <a:p>
            <a:r>
              <a:rPr lang="en-GB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Pit Stop Duration (in </a:t>
            </a:r>
            <a:r>
              <a:rPr lang="en-GB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ms</a:t>
            </a:r>
            <a:r>
              <a:rPr lang="en-GB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r>
              <a:rPr lang="en-GB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Time Since Last Pit Stop (laps)</a:t>
            </a:r>
          </a:p>
          <a:p>
            <a:r>
              <a:rPr lang="en-GB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Performance Before vs After Pit Stop (used in correlation analysis)</a:t>
            </a:r>
          </a:p>
          <a:p>
            <a:pPr marL="0" indent="0" algn="ctr">
              <a:buNone/>
            </a:pP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Driver &amp; Constructor Encoding</a:t>
            </a:r>
          </a:p>
          <a:p>
            <a:r>
              <a:rPr lang="en-GB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Converted categorical variables into numerical form:</a:t>
            </a:r>
          </a:p>
          <a:p>
            <a:r>
              <a:rPr lang="en-GB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Driver Encoded</a:t>
            </a:r>
          </a:p>
          <a:p>
            <a:r>
              <a:rPr lang="en-GB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Constructor Encoded</a:t>
            </a:r>
          </a:p>
          <a:p>
            <a:r>
              <a:rPr lang="en-GB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Circuit Encoded</a:t>
            </a:r>
          </a:p>
          <a:p>
            <a:endParaRPr lang="en-GB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58861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E7EF03-3591-EC13-D448-6E8D542F0D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Feature Engineering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F2359A-5CD7-FC5A-8D17-4F49526E38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Target Variable</a:t>
            </a:r>
          </a:p>
          <a:p>
            <a:r>
              <a:rPr lang="en-GB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Our main prediction target:</a:t>
            </a:r>
          </a:p>
          <a:p>
            <a:r>
              <a:rPr lang="en-GB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Lap Time (seconds)</a:t>
            </a:r>
          </a:p>
          <a:p>
            <a:r>
              <a:rPr lang="en-GB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Used as the output variable for all machine learning models.</a:t>
            </a: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516731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B3099A-6062-63F5-C437-0196EC5099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Machine Learning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A8C354-31F8-552C-94E3-2067E8246B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project evaluates </a:t>
            </a:r>
            <a:r>
              <a:rPr lang="en-GB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three supervised regression models</a:t>
            </a:r>
            <a:r>
              <a:rPr lang="en-GB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for predicting F1 lap times.</a:t>
            </a:r>
          </a:p>
          <a:p>
            <a:pPr marL="457200" indent="-457200">
              <a:buFont typeface="+mj-lt"/>
              <a:buAutoNum type="arabicPeriod"/>
            </a:pPr>
            <a:r>
              <a:rPr lang="en-GB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Linear Regression</a:t>
            </a:r>
          </a:p>
          <a:p>
            <a:pPr marL="457200" indent="-457200">
              <a:buFont typeface="+mj-lt"/>
              <a:buAutoNum type="arabicPeriod"/>
            </a:pPr>
            <a:r>
              <a:rPr lang="en-GB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Random Forest Regressor</a:t>
            </a:r>
          </a:p>
          <a:p>
            <a:pPr marL="457200" indent="-457200">
              <a:buFont typeface="+mj-lt"/>
              <a:buAutoNum type="arabicPeriod"/>
            </a:pPr>
            <a:r>
              <a:rPr lang="en-GB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Gradient Boosting Regressor</a:t>
            </a:r>
          </a:p>
          <a:p>
            <a:pPr marL="0" indent="0">
              <a:buNone/>
            </a:pPr>
            <a:endParaRPr lang="en-GB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GB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GB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0001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BD9A95-169D-6D57-2192-60842C13E9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Machine Learning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91B660-DC09-FB5C-85E7-E2A4918AB2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Linear Regression</a:t>
            </a:r>
          </a:p>
          <a:p>
            <a:pPr marL="0" indent="0">
              <a:buNone/>
            </a:pPr>
            <a:r>
              <a:rPr lang="en-GB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Purpose:</a:t>
            </a:r>
          </a:p>
          <a:p>
            <a:r>
              <a:rPr lang="en-GB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Baseline model to measure linear relationships between features and lap time.</a:t>
            </a:r>
          </a:p>
          <a:p>
            <a:pPr marL="0" indent="0">
              <a:buNone/>
            </a:pPr>
            <a:r>
              <a:rPr lang="en-GB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Why Used:</a:t>
            </a:r>
          </a:p>
          <a:p>
            <a:r>
              <a:rPr lang="en-GB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Simple, interpretable</a:t>
            </a:r>
          </a:p>
          <a:p>
            <a:r>
              <a:rPr lang="en-GB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Helps understand how each feature influences lap time</a:t>
            </a:r>
          </a:p>
          <a:p>
            <a:r>
              <a:rPr lang="en-GB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Acts as a benchmark for comparison</a:t>
            </a:r>
          </a:p>
          <a:p>
            <a:pPr marL="0" indent="0">
              <a:buNone/>
            </a:pPr>
            <a:r>
              <a:rPr lang="en-GB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Observed Behaviour:</a:t>
            </a:r>
          </a:p>
          <a:p>
            <a:r>
              <a:rPr lang="en-GB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Captures general trends</a:t>
            </a:r>
          </a:p>
          <a:p>
            <a:r>
              <a:rPr lang="en-GB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Struggles with non-linear race dynamics (tyre wear, pit stops, position changes)</a:t>
            </a:r>
          </a:p>
          <a:p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47741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6C06FA-235E-BFCD-91FA-D510D7387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Machine Learning Models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9981B4-9351-0E01-2F90-CADD77D626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ctr">
              <a:buNone/>
            </a:pP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Random Forest Regressor</a:t>
            </a:r>
          </a:p>
          <a:p>
            <a:pPr>
              <a:buNone/>
            </a:pPr>
            <a:r>
              <a:rPr lang="en-GB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Purpose:</a:t>
            </a:r>
          </a:p>
          <a:p>
            <a:pPr>
              <a:buNone/>
            </a:pPr>
            <a:r>
              <a:rPr lang="en-GB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Tree-based ensemble model for handling complex patterns.</a:t>
            </a:r>
          </a:p>
          <a:p>
            <a:pPr>
              <a:buNone/>
            </a:pPr>
            <a:r>
              <a:rPr lang="en-GB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Why Used: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Captures </a:t>
            </a:r>
            <a:r>
              <a:rPr lang="en-GB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non-linear</a:t>
            </a:r>
            <a:r>
              <a:rPr lang="en-GB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relationships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Handles categorical encodings well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Robust to outliers and unbalanced data</a:t>
            </a:r>
          </a:p>
          <a:p>
            <a:pPr>
              <a:buNone/>
            </a:pPr>
            <a:r>
              <a:rPr lang="en-GB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Observed Behaviour: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Strong performance with low MAE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Learns interactions between lap number, pit stop flags, and position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10178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046A19-A8D2-FB93-453B-4726999FD3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Machine Learning Models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688A85-87E9-17AD-8CD1-746894BF51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0000" lnSpcReduction="20000"/>
          </a:bodyPr>
          <a:lstStyle/>
          <a:p>
            <a:pPr marL="0" indent="0" algn="ctr">
              <a:buNone/>
            </a:pPr>
            <a:r>
              <a:rPr lang="en-GB" sz="59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Gradient Boosting Regressor</a:t>
            </a:r>
          </a:p>
          <a:p>
            <a:pPr marL="0" indent="0">
              <a:buNone/>
            </a:pPr>
            <a:r>
              <a:rPr lang="en-GB" sz="51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Purpose:</a:t>
            </a:r>
          </a:p>
          <a:p>
            <a:r>
              <a:rPr lang="en-GB" sz="4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Boosting technique that builds trees sequentially to minimise prediction error.</a:t>
            </a:r>
          </a:p>
          <a:p>
            <a:pPr marL="0" indent="0">
              <a:buNone/>
            </a:pPr>
            <a:r>
              <a:rPr lang="en-GB" sz="51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Why Used:</a:t>
            </a:r>
          </a:p>
          <a:p>
            <a:r>
              <a:rPr lang="en-GB" sz="4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Excellent for tabular race data</a:t>
            </a:r>
          </a:p>
          <a:p>
            <a:r>
              <a:rPr lang="en-GB" sz="4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Great at modelling subtle effects like:</a:t>
            </a:r>
          </a:p>
          <a:p>
            <a:pPr lvl="1"/>
            <a:r>
              <a:rPr lang="en-GB" sz="3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tyre degradation</a:t>
            </a:r>
          </a:p>
          <a:p>
            <a:pPr lvl="1"/>
            <a:r>
              <a:rPr lang="en-GB" sz="3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race progression</a:t>
            </a:r>
          </a:p>
          <a:p>
            <a:pPr lvl="1"/>
            <a:r>
              <a:rPr lang="en-GB" sz="3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driver consistency</a:t>
            </a:r>
          </a:p>
          <a:p>
            <a:r>
              <a:rPr lang="en-GB" sz="4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Often the top performer in structured datasets</a:t>
            </a:r>
          </a:p>
          <a:p>
            <a:pPr marL="0" indent="0">
              <a:buNone/>
            </a:pPr>
            <a:r>
              <a:rPr lang="en-GB" sz="4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Observed Behaviour:</a:t>
            </a:r>
          </a:p>
          <a:p>
            <a:r>
              <a:rPr lang="en-GB" sz="4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Highest predictive accuracy</a:t>
            </a:r>
          </a:p>
          <a:p>
            <a:r>
              <a:rPr lang="en-GB" sz="4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Low error metrics similar to existing research</a:t>
            </a:r>
          </a:p>
          <a:p>
            <a:r>
              <a:rPr lang="en-GB" sz="4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Very sensitive to engineered features → improves as feature set grows</a:t>
            </a:r>
          </a:p>
          <a:p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15270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62EADC-567D-EE0B-3BF8-15E6FAD1BA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Initial Results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17522A5-CFDD-B0D1-0FEC-971ADD2CDCD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6422130"/>
              </p:ext>
            </p:extLst>
          </p:nvPr>
        </p:nvGraphicFramePr>
        <p:xfrm>
          <a:off x="406400" y="1825623"/>
          <a:ext cx="11545455" cy="410412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966">
                  <a:extLst>
                    <a:ext uri="{9D8B030D-6E8A-4147-A177-3AD203B41FA5}">
                      <a16:colId xmlns:a16="http://schemas.microsoft.com/office/drawing/2014/main" val="3786271387"/>
                    </a:ext>
                  </a:extLst>
                </a:gridCol>
                <a:gridCol w="2911163">
                  <a:extLst>
                    <a:ext uri="{9D8B030D-6E8A-4147-A177-3AD203B41FA5}">
                      <a16:colId xmlns:a16="http://schemas.microsoft.com/office/drawing/2014/main" val="434691306"/>
                    </a:ext>
                  </a:extLst>
                </a:gridCol>
                <a:gridCol w="2914999">
                  <a:extLst>
                    <a:ext uri="{9D8B030D-6E8A-4147-A177-3AD203B41FA5}">
                      <a16:colId xmlns:a16="http://schemas.microsoft.com/office/drawing/2014/main" val="1610429917"/>
                    </a:ext>
                  </a:extLst>
                </a:gridCol>
                <a:gridCol w="2907327">
                  <a:extLst>
                    <a:ext uri="{9D8B030D-6E8A-4147-A177-3AD203B41FA5}">
                      <a16:colId xmlns:a16="http://schemas.microsoft.com/office/drawing/2014/main" val="2473275639"/>
                    </a:ext>
                  </a:extLst>
                </a:gridCol>
              </a:tblGrid>
              <a:tr h="84104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b="1" dirty="0"/>
                        <a:t>Model</a:t>
                      </a:r>
                      <a:endParaRPr lang="en-GB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dirty="0"/>
                        <a:t>R² Score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dirty="0"/>
                        <a:t>RMSE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dirty="0"/>
                        <a:t>MAE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05620681"/>
                  </a:ext>
                </a:extLst>
              </a:tr>
              <a:tr h="1318328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Linear Regression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0.9541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16.82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5.60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9876800"/>
                  </a:ext>
                </a:extLst>
              </a:tr>
              <a:tr h="1103701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Random Forest Regressor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0.9941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6.01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0.3169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7445188"/>
                  </a:ext>
                </a:extLst>
              </a:tr>
              <a:tr h="841046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Gradient Boosting Regressor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0.9942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5.96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0.9051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01170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7207038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58E17A-F3E8-C5E9-B874-EFA27C7C96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Future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7200A8-13D7-D335-1E43-9B8A58F422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Hyperparameter tuning</a:t>
            </a:r>
          </a:p>
          <a:p>
            <a:r>
              <a:rPr lang="en-GB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Add one more model</a:t>
            </a:r>
          </a:p>
          <a:p>
            <a:r>
              <a:rPr lang="en-GB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Report writing </a:t>
            </a:r>
            <a:r>
              <a:rPr lang="en-GB" sz="20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and submission</a:t>
            </a:r>
          </a:p>
          <a:p>
            <a:endParaRPr lang="en-GB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805320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179</TotalTime>
  <Words>906</Words>
  <Application>Microsoft Office PowerPoint</Application>
  <PresentationFormat>Widescreen</PresentationFormat>
  <Paragraphs>191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Aptos</vt:lpstr>
      <vt:lpstr>Aptos Display</vt:lpstr>
      <vt:lpstr>Arial</vt:lpstr>
      <vt:lpstr>Calibri</vt:lpstr>
      <vt:lpstr>Office Theme</vt:lpstr>
      <vt:lpstr>Predicting Lap Time Degradation in Formula 1 Using Machine Learning Models</vt:lpstr>
      <vt:lpstr>Introduction</vt:lpstr>
      <vt:lpstr>Introduction</vt:lpstr>
      <vt:lpstr>Dataset Overview</vt:lpstr>
      <vt:lpstr>Data Preprocessing</vt:lpstr>
      <vt:lpstr>Data Preprocessing</vt:lpstr>
      <vt:lpstr>Exploratory Data Analysis (EDA)</vt:lpstr>
      <vt:lpstr>PowerPoint Presentation</vt:lpstr>
      <vt:lpstr>Exploratory Data Analysis (EDA)</vt:lpstr>
      <vt:lpstr>Feature Importance</vt:lpstr>
      <vt:lpstr>Feature Engineering</vt:lpstr>
      <vt:lpstr>Feature Engineering</vt:lpstr>
      <vt:lpstr>Feature Engineering</vt:lpstr>
      <vt:lpstr>Machine Learning Models</vt:lpstr>
      <vt:lpstr>Machine Learning Models</vt:lpstr>
      <vt:lpstr>Machine Learning Models</vt:lpstr>
      <vt:lpstr>Machine Learning Models</vt:lpstr>
      <vt:lpstr>Initial Results</vt:lpstr>
      <vt:lpstr>Future work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Waleed Hussain</dc:creator>
  <cp:lastModifiedBy>Waleed Hussain</cp:lastModifiedBy>
  <cp:revision>1</cp:revision>
  <dcterms:created xsi:type="dcterms:W3CDTF">2025-11-27T13:19:03Z</dcterms:created>
  <dcterms:modified xsi:type="dcterms:W3CDTF">2025-12-01T11:32:16Z</dcterms:modified>
</cp:coreProperties>
</file>